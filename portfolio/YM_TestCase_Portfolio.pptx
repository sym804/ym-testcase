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280160"/>
            <a:ext cx="1737360" cy="292608"/>
          </a:xfrm>
          <a:prstGeom prst="rect">
            <a:avLst/>
          </a:prstGeom>
          <a:solidFill>
            <a:srgbClr val="1C203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AGPL-3.0 Open Source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YM TestCase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팀과 개발팀을 위한 셀프 호스팅형 테스트케이스 관리 도구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6888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88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21K+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976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648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v0.7.1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github.com/sym804/ym-testcase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 TestCase Portfolio · v0.7.1.0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왜 만들었는가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86200" cy="310896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886200" cy="36576"/>
          </a:xfrm>
          <a:prstGeom prst="rect">
            <a:avLst/>
          </a:prstGeom>
          <a:solidFill>
            <a:srgbClr val="E8555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기존의 문제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TestRail — 높은 라이선스 비용, SaaS 종속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협업 불가, 버전 관리 지옥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Kiwi TCMS — 설치 복잡, 느린 UI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개발 — 수개월의 개발 기간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371600"/>
            <a:ext cx="3886200" cy="310896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371600"/>
            <a:ext cx="38862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YM TestCase의 해결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0116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오픈소스 (AGPL-3.0)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스프레드시트 스타일 즉시 편집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 설치, 즉시 사용 가능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셀프 호스팅으로 데이터 주권 확보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 TestCase Portfolio · Problem &amp; Solution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지표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1920240" cy="274320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63040"/>
            <a:ext cx="192024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테스트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PASS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1920240" cy="274320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463040"/>
            <a:ext cx="192024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21K+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6032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463040"/>
            <a:ext cx="1920240" cy="274320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463040"/>
            <a:ext cx="1920240" cy="36576"/>
          </a:xfrm>
          <a:prstGeom prst="rect">
            <a:avLst/>
          </a:prstGeom>
          <a:solidFill>
            <a:srgbClr val="EFAF3F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AF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0916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QA Workflow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1463040"/>
            <a:ext cx="1920240" cy="274320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463040"/>
            <a:ext cx="1920240" cy="36576"/>
          </a:xfrm>
          <a:prstGeom prst="rect">
            <a:avLst/>
          </a:prstGeom>
          <a:solidFill>
            <a:srgbClr val="A078E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07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10편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85800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블로그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 기록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 TestCase Portfolio · Key Metrics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1/3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 관리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06040" cy="292608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260604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스프레드시트 편집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1097280" cy="1371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488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Grid 기반 인라인 편집. Undo/Redo,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찾기/바꾸기(정규식), 멀티 행 추가, 벌크 삭제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292608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71600"/>
            <a:ext cx="260604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시트 트리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29000" y="1965960"/>
            <a:ext cx="1097280" cy="1371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1488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N-depth 계층형 시트로 테스트 스위트를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폴더처럼 관리. 엑셀 스타일 탭 UI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606040" cy="292608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371600"/>
            <a:ext cx="260604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커스텀 필드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1965960"/>
            <a:ext cx="1097280" cy="1371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1488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6가지 필드 타입: 텍스트, 숫자, 셀렉트,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멀티셀렉트, 체크박스, 날짜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 TestCase Portfolio · FEATURES 1/3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2/3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테스트 실행 &amp; 분석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06040" cy="292608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260604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테스트 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1097280" cy="1371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488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P/F/B/N 키보드 단축키로 빠른 결과 기록.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타이머, 드래그앤드롭 첨부, 스크린샷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292608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71600"/>
            <a:ext cx="260604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테스트 플랜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29000" y="1965960"/>
            <a:ext cx="1097280" cy="1371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1488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마일스톤 기반 테스트 계획.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릴리즈별 실행 추적, 커버리지 시각화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606040" cy="292608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371600"/>
            <a:ext cx="260604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대시보드 &amp; 리포트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1965960"/>
            <a:ext cx="1097280" cy="1371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1488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시각화, 결과 분포, 라운드별 비교.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PDF/Excel 리포트 자동 생성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 TestCase Portfolio · FEATURES 2/3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3/3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데이터 &amp; 보안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06040" cy="292608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2606040" cy="36576"/>
          </a:xfrm>
          <a:prstGeom prst="rect">
            <a:avLst/>
          </a:prstGeom>
          <a:solidFill>
            <a:srgbClr val="EFAF3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/ Export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1097280" cy="13716"/>
          </a:xfrm>
          <a:prstGeom prst="rect">
            <a:avLst/>
          </a:prstGeom>
          <a:solidFill>
            <a:srgbClr val="EFAF3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488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멀티시트 임포트, Jira CSV 35+ 헤더 매핑.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CP949/UTF-8 BOM 자동감지, 벌크 Upsert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292608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71600"/>
            <a:ext cx="2606040" cy="36576"/>
          </a:xfrm>
          <a:prstGeom prst="rect">
            <a:avLst/>
          </a:prstGeom>
          <a:solidFill>
            <a:srgbClr val="EFAF3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고급 필터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29000" y="1965960"/>
            <a:ext cx="1097280" cy="13716"/>
          </a:xfrm>
          <a:prstGeom prst="rect">
            <a:avLst/>
          </a:prstGeom>
          <a:solidFill>
            <a:srgbClr val="EFAF3F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1488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AND/OR 다중 조건, 6가지 연산자.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(=, !=, 포함, 미포함, &gt;, &lt;) 필터 뷰 저장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606040" cy="292608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371600"/>
            <a:ext cx="2606040" cy="36576"/>
          </a:xfrm>
          <a:prstGeom prst="rect">
            <a:avLst/>
          </a:prstGeom>
          <a:solidFill>
            <a:srgbClr val="EFAF3F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인증 &amp; RBAC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1965960"/>
            <a:ext cx="1097280" cy="13716"/>
          </a:xfrm>
          <a:prstGeom prst="rect">
            <a:avLst/>
          </a:prstGeom>
          <a:solidFill>
            <a:srgbClr val="EFAF3F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1488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httpOnly 쿠키, 시스템/프로젝트 이중 역할.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CSRF, bcrypt 암호화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 TestCase Portfolio · FEATURES 3/3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1/2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화면 미리보기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69080" cy="2828925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C:\Users\ymseo\Documents\tc_manager\docs\screensho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3794760" cy="23717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834765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— 진행률, 결과 분포, 라운드별 비교 차트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09160" y="1325880"/>
            <a:ext cx="4069080" cy="2828925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8" name="Image 1" descr="C:\Users\ymseo\Documents\tc_manager\docs\screenshots\tc_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17320"/>
            <a:ext cx="3794760" cy="23717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3834765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관리 — AG Grid 스프레드시트 인라인 편집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 TestCase Portfolio · Screenshots 1/2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2/2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화면 미리보기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69080" cy="2828925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C:\Users\ymseo\Documents\tc_manager\docs\screenshots\dark_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3794760" cy="23717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834765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다크 모드 — 전체 UI 일관된 다크 테마 지원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09160" y="1325880"/>
            <a:ext cx="4069080" cy="2828925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8" name="Image 1" descr="C:\Users\ymseo\Documents\tc_manager\docs\screenshots\testru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17320"/>
            <a:ext cx="3794760" cy="23717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3834765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수행 — 런 목록과 실행 결과 기록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 TestCase Portfolio · Screenshots 2/2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86200" cy="292608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8862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72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5.9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 — 빌드 도구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Grid Community — 스프레드시트 UI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+ react-chartjs-2 — 차트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 · Axios · CSS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371600"/>
            <a:ext cx="3886200" cy="292608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371600"/>
            <a:ext cx="38862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572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+ FastAPI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 + SQLite — ORM/DB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— 마이그레이션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2 — 유효성 검증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 · openpyxl · fpdf2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 TestCase Portfolio · Tech Stack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시스템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286000" cy="201168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28600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 Grid · Chart.js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:5173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286000" cy="201168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371600"/>
            <a:ext cx="22860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Route Modules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 :8008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2286000" cy="201168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371600"/>
            <a:ext cx="2286000" cy="36576"/>
          </a:xfrm>
          <a:prstGeom prst="rect">
            <a:avLst/>
          </a:prstGeom>
          <a:solidFill>
            <a:srgbClr val="EFAF3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AF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(default)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Tables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20116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760720" y="20116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88920" y="242316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760720" y="242316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  </a:t>
            </a:r>
            <a:pPr algn="ctr" indent="0" marL="0">
              <a:buNone/>
            </a:pPr>
            <a:r>
              <a:rPr lang="en-US" sz="110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</a:t>
            </a:r>
            <a:pPr algn="ctr" indent="0" marL="0">
              <a:buNone/>
            </a:pPr>
            <a:r>
              <a:rPr lang="en-US" sz="11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358  +  </a:t>
            </a:r>
            <a:pPr algn="ctr" indent="0" marL="0">
              <a:buNone/>
            </a:pPr>
            <a:r>
              <a:rPr lang="en-US" sz="1100" dirty="0">
                <a:solidFill>
                  <a:srgbClr val="A07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</a:t>
            </a:r>
            <a:pPr algn="ctr" indent="0" marL="0">
              <a:buNone/>
            </a:pPr>
            <a:r>
              <a:rPr lang="en-US" sz="11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 +  </a:t>
            </a:r>
            <a:pPr algn="ctr" indent="0" marL="0">
              <a:buNone/>
            </a:pPr>
            <a:r>
              <a:rPr lang="en-US" sz="1100" dirty="0">
                <a:solidFill>
                  <a:srgbClr val="EFA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</a:t>
            </a:r>
            <a:pPr algn="ctr" indent="0" marL="0">
              <a:buNone/>
            </a:pPr>
            <a:r>
              <a:rPr lang="en-US" sz="11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 =  </a:t>
            </a:r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567 ALL PASS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 TestCase Portfolio ·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품질 &amp; 테스트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06040" cy="237744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260604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554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Unit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· 23개 파일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컴포넌트, API, 유틸리티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237744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71600"/>
            <a:ext cx="2606040" cy="36576"/>
          </a:xfrm>
          <a:prstGeom prst="rect">
            <a:avLst/>
          </a:prstGeom>
          <a:solidFill>
            <a:srgbClr val="A078E8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554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07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2148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Tests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514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9개 스펙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인증, TC, 시트, 커스텀 필드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606040" cy="2377440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371600"/>
            <a:ext cx="2606040" cy="36576"/>
          </a:xfrm>
          <a:prstGeom prst="rect">
            <a:avLst/>
          </a:prstGeom>
          <a:solidFill>
            <a:srgbClr val="EFAF3F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554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AF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80760" y="2148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514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3개 파일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보안, 기능, 엣지 케이스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0D1A12"/>
          </a:solidFill>
          <a:ln w="6350">
            <a:solidFill>
              <a:srgbClr val="1A3A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게이트 ALL GREEN     빌드 PASS  ·  린트 PASS  ·  테스트 567/567 PASS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 TestCase Portfolio · Quality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버전 히스토리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1417320"/>
            <a:ext cx="0" cy="3063240"/>
          </a:xfrm>
          <a:prstGeom prst="line">
            <a:avLst/>
          </a:prstGeom>
          <a:noFill/>
          <a:ln w="19050">
            <a:solidFill>
              <a:srgbClr val="2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3312" y="146304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v0.7.1.0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게이트 올 그린 · AGPL-3.0 라이선스 · 567 ALL PASS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53312" y="2084832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19933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v0.7.0.0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9933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0" y="1993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준비 · GitHub 레포 · YM TestCase 브랜딩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53312" y="2706624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783080" y="26151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v0.6.0.0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6151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0" y="26151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시트 트리 · 커스텀 필드 · 테스트 플랜 · Jira CSV · 고급 필터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53312" y="3328416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1783080" y="323697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v0.5.0.0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23697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2026-03-19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0" y="32369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시트 관리 · 자동 저장 · Excel Upsert · 벌크 삭제 · 312 테스트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53312" y="3950208"/>
            <a:ext cx="201168" cy="201168"/>
          </a:xfrm>
          <a:prstGeom prst="ellipse">
            <a:avLst/>
          </a:prstGeom>
          <a:solidFill>
            <a:srgbClr val="7B83A0"/>
          </a:solidFill>
          <a:ln/>
        </p:spPr>
      </p:sp>
      <p:sp>
        <p:nvSpPr>
          <p:cNvPr id="22" name="Text 20"/>
          <p:cNvSpPr/>
          <p:nvPr/>
        </p:nvSpPr>
        <p:spPr>
          <a:xfrm>
            <a:off x="1783080" y="38587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8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v0.1~0.4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38587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~2026-03-18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0" y="3858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TC 관리 · 인증/RBAC · 보안 강화 · 대시보드 · 리포트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 TestCase Portfolio · Version History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개발 블로그 10편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결정, 기술 선택, 보안 강화, 오픈소스 공개까지 — 전 과정을 기록한 기술 블로그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3977640" cy="438912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1600200"/>
            <a:ext cx="0" cy="256032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5087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직접 만들었나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75688"/>
            <a:ext cx="3977640" cy="438912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75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167128"/>
            <a:ext cx="0" cy="256032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0756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선택기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642616"/>
            <a:ext cx="3977640" cy="438912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4261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2734056"/>
            <a:ext cx="0" cy="256032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64261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관리 핵심 기능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209544"/>
            <a:ext cx="3977640" cy="438912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0954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5840" y="3300984"/>
            <a:ext cx="0" cy="256032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20954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실행 &amp; 대시보드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776472"/>
            <a:ext cx="3977640" cy="438912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7647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5840" y="3867912"/>
            <a:ext cx="0" cy="256032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377647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&amp; RBAC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508760"/>
            <a:ext cx="3977640" cy="438912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50876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257800" y="1600200"/>
            <a:ext cx="0" cy="256032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15087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강화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075688"/>
            <a:ext cx="3977640" cy="438912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075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257800" y="2167128"/>
            <a:ext cx="0" cy="256032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20756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자동화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642616"/>
            <a:ext cx="3977640" cy="438912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64261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257800" y="2734056"/>
            <a:ext cx="0" cy="256032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264261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고급 기능 (v0.6)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209544"/>
            <a:ext cx="3977640" cy="438912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20954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257800" y="3300984"/>
            <a:ext cx="0" cy="256032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320954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공개기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3776472"/>
            <a:ext cx="3977640" cy="438912"/>
          </a:xfrm>
          <a:prstGeom prst="rect">
            <a:avLst/>
          </a:prstGeom>
          <a:solidFill>
            <a:srgbClr val="181B25"/>
          </a:solidFill>
          <a:ln w="6350">
            <a:solidFill>
              <a:srgbClr val="2A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77647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257800" y="3867912"/>
            <a:ext cx="0" cy="256032"/>
          </a:xfrm>
          <a:prstGeom prst="line">
            <a:avLst/>
          </a:prstGeom>
          <a:noFill/>
          <a:ln w="6350">
            <a:solidFill>
              <a:srgbClr val="2A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9240" y="377647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회고 &amp; 교훈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 TestCase Portfolio · Blog Series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2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YM TestCase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Method, Your Test Case Manager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github.com/sym804/ym-testcase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410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3410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AGPL-3.0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7581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3758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sym804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105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41056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v0.7.1.0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00600"/>
            <a:ext cx="8046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 TestCase Portfolio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YM TestCase Portfolio</dc:title>
  <dc:subject>PptxGenJS Presentation</dc:subject>
  <dc:creator>sym804</dc:creator>
  <cp:lastModifiedBy>sym804</cp:lastModifiedBy>
  <cp:revision>1</cp:revision>
  <dcterms:created xsi:type="dcterms:W3CDTF">2026-03-24T01:50:52Z</dcterms:created>
  <dcterms:modified xsi:type="dcterms:W3CDTF">2026-03-24T01:50:52Z</dcterms:modified>
</cp:coreProperties>
</file>